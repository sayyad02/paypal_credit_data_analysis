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sz="6000" b="1" u="sng" dirty="0">
                <a:latin typeface="Bahnschrift Condensed" panose="020B0502040204020203" pitchFamily="34" charset="0"/>
              </a:rPr>
              <a:t>PayPal Credit Data API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By [</a:t>
            </a:r>
            <a:r>
              <a:rPr lang="en-US" dirty="0"/>
              <a:t>SYED SHAFIN ALI</a:t>
            </a:r>
            <a:r>
              <a:rPr dirty="0"/>
              <a:t>]</a:t>
            </a:r>
          </a:p>
          <a:p>
            <a:r>
              <a:rPr dirty="0"/>
              <a:t>Date: [</a:t>
            </a:r>
            <a:r>
              <a:rPr lang="en-US" dirty="0"/>
              <a:t>15/04/2025</a:t>
            </a:r>
            <a:r>
              <a:rPr dirty="0"/>
              <a:t>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- This project focuses on building a </a:t>
            </a:r>
            <a:r>
              <a:rPr dirty="0" err="1"/>
              <a:t>FastAPI</a:t>
            </a:r>
            <a:r>
              <a:rPr dirty="0"/>
              <a:t>-based API to retrieve and manage PayPal Credit data.</a:t>
            </a:r>
          </a:p>
          <a:p>
            <a:r>
              <a:rPr dirty="0"/>
              <a:t>- The API will interface with a SQLite database containing customer and transaction data.</a:t>
            </a:r>
          </a:p>
          <a:p>
            <a:r>
              <a:rPr dirty="0"/>
              <a:t>- It provides endpoints to retrieve customer details and transaction history.</a:t>
            </a:r>
          </a:p>
          <a:p>
            <a:r>
              <a:rPr dirty="0"/>
              <a:t>- Designed for real-time access of PayPal Credit data via a simple API.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- FastAPI: For building the API.</a:t>
            </a:r>
          </a:p>
          <a:p>
            <a:r>
              <a:t>- SQLite: For storing customer and transaction data.</a:t>
            </a:r>
          </a:p>
          <a:p>
            <a:r>
              <a:t>- SQLAlchemy: For handling database connections.</a:t>
            </a:r>
          </a:p>
          <a:p>
            <a:r>
              <a:t>- Uvicorn: For running the FastAPI application.</a:t>
            </a:r>
          </a:p>
          <a:p>
            <a:r>
              <a:t>- Python Libraries: sqlite3, pandas.</a:t>
            </a:r>
          </a:p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- API communicates with the SQLite database to fetch customer and transaction data.</a:t>
            </a:r>
          </a:p>
          <a:p>
            <a:r>
              <a:t>- FastAPI routes handle incoming requests and return the necessary data.</a:t>
            </a:r>
          </a:p>
          <a:p>
            <a:r>
              <a:t>- Requests and responses follow a JSON format.</a:t>
            </a:r>
          </a:p>
          <a:p>
            <a:r>
              <a:t>- The system uses SQLite for data storage, offering a lightweight and efficient database.</a:t>
            </a:r>
          </a:p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- Customer data retrieval by `customer_id`.</a:t>
            </a:r>
          </a:p>
          <a:p>
            <a:r>
              <a:t>- Transaction data retrieval by fetching all transaction records.</a:t>
            </a:r>
          </a:p>
          <a:p>
            <a:r>
              <a:t>- Real-time API with FastAPI framework for fast responses.</a:t>
            </a:r>
          </a:p>
          <a:p>
            <a:r>
              <a:t>- Lightweight data storage with SQLite.</a:t>
            </a:r>
          </a:p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- SQLite database: `paypal_credit.db`.</a:t>
            </a:r>
          </a:p>
          <a:p>
            <a:r>
              <a:t>- Two tables: `customers_clean` (Customer data), `transactions_clean` (Transaction data).</a:t>
            </a:r>
          </a:p>
          <a:p>
            <a:r>
              <a:t>- Each table has relevant fields such as `customer_id`, `name`, `transaction_id`, `amount`.</a:t>
            </a:r>
          </a:p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API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- `GET /`: Root endpoint (overview message).</a:t>
            </a:r>
          </a:p>
          <a:p>
            <a:r>
              <a:t>- `GET /customer/{customer_id}`: Fetch customer data by `customer_id`.</a:t>
            </a:r>
          </a:p>
          <a:p>
            <a:r>
              <a:t>- `GET /transactions/`: Fetch all transaction data.</a:t>
            </a:r>
          </a:p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Code Walkthrough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- FastAPI app is initialized and routes are defined.</a:t>
            </a:r>
          </a:p>
          <a:p>
            <a:r>
              <a:t>- SQLite database is connected using sqlite3.</a:t>
            </a:r>
          </a:p>
          <a:p>
            <a:r>
              <a:t>- Functions are created to handle API requests and fetch data from the database.</a:t>
            </a:r>
          </a:p>
          <a:p>
            <a:r>
              <a:t>- `GET /customer/{customer_id}` returns customer info based on `customer_id`.</a:t>
            </a:r>
          </a:p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- To run the app, execute `uvicorn main:app --reload`.</a:t>
            </a:r>
          </a:p>
          <a:p>
            <a:r>
              <a:t>- Example request: `GET /customer/1` to get the details of a customer with ID 1.</a:t>
            </a:r>
          </a:p>
          <a:p>
            <a:r>
              <a:t>- Use Postman or curl to test API requests.</a:t>
            </a:r>
          </a:p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Testing &amp;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- Testing: Manual testing of the API using Postman.</a:t>
            </a:r>
          </a:p>
          <a:p>
            <a:r>
              <a:t>- Future Enhancements:</a:t>
            </a:r>
          </a:p>
          <a:p>
            <a:r>
              <a:t>    - Authentication using OAuth.</a:t>
            </a:r>
          </a:p>
          <a:p>
            <a:r>
              <a:t>    - Advanced filtering options for transactions.</a:t>
            </a:r>
          </a:p>
          <a:p>
            <a:r>
              <a:t>    - Addition of more customer-related data.</a:t>
            </a:r>
          </a:p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- The PayPal Credit Data API allows easy access to PayPal credit data through a simple FastAPI app.</a:t>
            </a:r>
          </a:p>
          <a:p>
            <a:r>
              <a:t>- The system uses SQLite for lightweight data storage and offers an efficient way to query customer and transaction data.</a:t>
            </a:r>
          </a:p>
          <a:p>
            <a:r>
              <a:t>- Future features may include authentication and advanced querying.</a:t>
            </a:r>
          </a:p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507</Words>
  <Application>Microsoft Office PowerPoint</Application>
  <PresentationFormat>On-screen Show (4:3)</PresentationFormat>
  <Paragraphs>61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Bahnschrift Condensed</vt:lpstr>
      <vt:lpstr>Calibri</vt:lpstr>
      <vt:lpstr>Office Theme</vt:lpstr>
      <vt:lpstr>PayPal Credit Data API</vt:lpstr>
      <vt:lpstr>Project Overview</vt:lpstr>
      <vt:lpstr>Tech Stack</vt:lpstr>
      <vt:lpstr>System Architecture</vt:lpstr>
      <vt:lpstr>Features</vt:lpstr>
      <vt:lpstr>Database Design</vt:lpstr>
      <vt:lpstr>API Endpoints</vt:lpstr>
      <vt:lpstr>Code Walkthrough</vt:lpstr>
      <vt:lpstr>Usage</vt:lpstr>
      <vt:lpstr>Testing &amp; 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Shafin Ali Syed</cp:lastModifiedBy>
  <cp:revision>2</cp:revision>
  <dcterms:created xsi:type="dcterms:W3CDTF">2013-01-27T09:14:16Z</dcterms:created>
  <dcterms:modified xsi:type="dcterms:W3CDTF">2025-04-14T20:20:53Z</dcterms:modified>
  <cp:category/>
</cp:coreProperties>
</file>